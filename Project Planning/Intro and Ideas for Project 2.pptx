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FCA70-1CF8-43BE-88CE-3367E6268BB2}" v="22" dt="2025-07-03T21:26:05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ot עליות Shayle שייל" userId="1f35c6741165d46c" providerId="LiveId" clId="{54BFCA70-1CF8-43BE-88CE-3367E6268BB2}"/>
    <pc:docChg chg="undo custSel addSld delSld modSld">
      <pc:chgData name="Elliot עליות Shayle שייל" userId="1f35c6741165d46c" providerId="LiveId" clId="{54BFCA70-1CF8-43BE-88CE-3367E6268BB2}" dt="2025-07-03T21:29:53.014" v="806"/>
      <pc:docMkLst>
        <pc:docMk/>
      </pc:docMkLst>
      <pc:sldChg chg="addSp modSp mod">
        <pc:chgData name="Elliot עליות Shayle שייל" userId="1f35c6741165d46c" providerId="LiveId" clId="{54BFCA70-1CF8-43BE-88CE-3367E6268BB2}" dt="2025-07-03T21:09:54.086" v="416" actId="1076"/>
        <pc:sldMkLst>
          <pc:docMk/>
          <pc:sldMk cId="291573000" sldId="256"/>
        </pc:sldMkLst>
        <pc:spChg chg="mod">
          <ac:chgData name="Elliot עליות Shayle שייל" userId="1f35c6741165d46c" providerId="LiveId" clId="{54BFCA70-1CF8-43BE-88CE-3367E6268BB2}" dt="2025-07-03T21:09:19.497" v="389" actId="27636"/>
          <ac:spMkLst>
            <pc:docMk/>
            <pc:sldMk cId="291573000" sldId="256"/>
            <ac:spMk id="2" creationId="{78EACF18-A1C9-78A8-FBDD-2131B4A179BF}"/>
          </ac:spMkLst>
        </pc:spChg>
        <pc:spChg chg="mod">
          <ac:chgData name="Elliot עליות Shayle שייל" userId="1f35c6741165d46c" providerId="LiveId" clId="{54BFCA70-1CF8-43BE-88CE-3367E6268BB2}" dt="2025-07-03T21:06:24.882" v="352" actId="20577"/>
          <ac:spMkLst>
            <pc:docMk/>
            <pc:sldMk cId="291573000" sldId="256"/>
            <ac:spMk id="3" creationId="{7A2061A7-448E-A72B-B906-53E24680FB09}"/>
          </ac:spMkLst>
        </pc:spChg>
        <pc:spChg chg="add mod">
          <ac:chgData name="Elliot עליות Shayle שייל" userId="1f35c6741165d46c" providerId="LiveId" clId="{54BFCA70-1CF8-43BE-88CE-3367E6268BB2}" dt="2025-07-03T21:09:54.086" v="416" actId="1076"/>
          <ac:spMkLst>
            <pc:docMk/>
            <pc:sldMk cId="291573000" sldId="256"/>
            <ac:spMk id="4" creationId="{56970260-A8ED-1F17-DDD6-6E195A9CE5A9}"/>
          </ac:spMkLst>
        </pc:spChg>
      </pc:sldChg>
      <pc:sldChg chg="addSp modSp mod setBg setClrOvrMap">
        <pc:chgData name="Elliot עליות Shayle שייל" userId="1f35c6741165d46c" providerId="LiveId" clId="{54BFCA70-1CF8-43BE-88CE-3367E6268BB2}" dt="2025-07-03T21:28:53.552" v="775" actId="14100"/>
        <pc:sldMkLst>
          <pc:docMk/>
          <pc:sldMk cId="1223616270" sldId="257"/>
        </pc:sldMkLst>
        <pc:spChg chg="mod">
          <ac:chgData name="Elliot עליות Shayle שייל" userId="1f35c6741165d46c" providerId="LiveId" clId="{54BFCA70-1CF8-43BE-88CE-3367E6268BB2}" dt="2025-07-03T20:18:39.992" v="37" actId="20577"/>
          <ac:spMkLst>
            <pc:docMk/>
            <pc:sldMk cId="1223616270" sldId="257"/>
            <ac:spMk id="2" creationId="{51C222C9-F896-DA13-F50F-AE0059431B7F}"/>
          </ac:spMkLst>
        </pc:spChg>
        <pc:spChg chg="mo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3" creationId="{6949EED9-CCA9-9F97-2F18-63DEE1B81B9A}"/>
          </ac:spMkLst>
        </pc:spChg>
        <pc:spChg chg="add mod">
          <ac:chgData name="Elliot עליות Shayle שייל" userId="1f35c6741165d46c" providerId="LiveId" clId="{54BFCA70-1CF8-43BE-88CE-3367E6268BB2}" dt="2025-07-03T20:35:36.903" v="324" actId="1076"/>
          <ac:spMkLst>
            <pc:docMk/>
            <pc:sldMk cId="1223616270" sldId="257"/>
            <ac:spMk id="6" creationId="{6B23A898-C807-9DF8-EC0F-5C05A052DD79}"/>
          </ac:spMkLst>
        </pc:spChg>
        <pc:spChg chg="add mod">
          <ac:chgData name="Elliot עליות Shayle שייל" userId="1f35c6741165d46c" providerId="LiveId" clId="{54BFCA70-1CF8-43BE-88CE-3367E6268BB2}" dt="2025-07-03T20:34:20.030" v="298" actId="1076"/>
          <ac:spMkLst>
            <pc:docMk/>
            <pc:sldMk cId="1223616270" sldId="257"/>
            <ac:spMk id="7" creationId="{14B30F6E-2BD9-8D01-6F81-C69C539E121A}"/>
          </ac:spMkLst>
        </pc:spChg>
        <pc:spChg chg="add mod">
          <ac:chgData name="Elliot עליות Shayle שייל" userId="1f35c6741165d46c" providerId="LiveId" clId="{54BFCA70-1CF8-43BE-88CE-3367E6268BB2}" dt="2025-07-03T21:10:53.583" v="428" actId="20577"/>
          <ac:spMkLst>
            <pc:docMk/>
            <pc:sldMk cId="1223616270" sldId="257"/>
            <ac:spMk id="8" creationId="{0056FECF-1B48-C5BE-BE48-62CCFD3AD109}"/>
          </ac:spMkLst>
        </pc:spChg>
        <pc:spChg chg="add mod">
          <ac:chgData name="Elliot עליות Shayle שייל" userId="1f35c6741165d46c" providerId="LiveId" clId="{54BFCA70-1CF8-43BE-88CE-3367E6268BB2}" dt="2025-07-03T20:31:03.541" v="136" actId="20577"/>
          <ac:spMkLst>
            <pc:docMk/>
            <pc:sldMk cId="1223616270" sldId="257"/>
            <ac:spMk id="9" creationId="{E5D79978-BD41-F956-53C0-650728EB592E}"/>
          </ac:spMkLst>
        </pc:spChg>
        <pc:spChg chg="ad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10" creationId="{80B98925-0550-1AFB-C1DC-02792400FB71}"/>
          </ac:spMkLst>
        </pc:spChg>
        <pc:spChg chg="add mod">
          <ac:chgData name="Elliot עליות Shayle שייל" userId="1f35c6741165d46c" providerId="LiveId" clId="{54BFCA70-1CF8-43BE-88CE-3367E6268BB2}" dt="2025-07-03T20:31:24.217" v="160" actId="20577"/>
          <ac:spMkLst>
            <pc:docMk/>
            <pc:sldMk cId="1223616270" sldId="257"/>
            <ac:spMk id="11" creationId="{B49822A3-5636-D8FB-D9F8-2C84A32AE424}"/>
          </ac:spMkLst>
        </pc:spChg>
        <pc:spChg chg="ad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12" creationId="{0CCA9273-E74E-A306-1F74-BEF9EDA30500}"/>
          </ac:spMkLst>
        </pc:spChg>
        <pc:spChg chg="add mod">
          <ac:chgData name="Elliot עליות Shayle שייל" userId="1f35c6741165d46c" providerId="LiveId" clId="{54BFCA70-1CF8-43BE-88CE-3367E6268BB2}" dt="2025-07-03T20:31:48.733" v="186" actId="14100"/>
          <ac:spMkLst>
            <pc:docMk/>
            <pc:sldMk cId="1223616270" sldId="257"/>
            <ac:spMk id="13" creationId="{64D213A1-BC9C-3441-CB99-F4C8802197A5}"/>
          </ac:spMkLst>
        </pc:spChg>
        <pc:spChg chg="add mod">
          <ac:chgData name="Elliot עליות Shayle שייל" userId="1f35c6741165d46c" providerId="LiveId" clId="{54BFCA70-1CF8-43BE-88CE-3367E6268BB2}" dt="2025-07-03T21:21:02.592" v="594" actId="1076"/>
          <ac:spMkLst>
            <pc:docMk/>
            <pc:sldMk cId="1223616270" sldId="257"/>
            <ac:spMk id="14" creationId="{73D50772-783C-3D11-7EAD-EB1FA0B8E9F2}"/>
          </ac:spMkLst>
        </pc:spChg>
        <pc:spChg chg="add mod">
          <ac:chgData name="Elliot עליות Shayle שייל" userId="1f35c6741165d46c" providerId="LiveId" clId="{54BFCA70-1CF8-43BE-88CE-3367E6268BB2}" dt="2025-07-03T21:21:13.284" v="596" actId="1076"/>
          <ac:spMkLst>
            <pc:docMk/>
            <pc:sldMk cId="1223616270" sldId="257"/>
            <ac:spMk id="15" creationId="{047B3AA1-47AE-941D-56F9-23463DEB2498}"/>
          </ac:spMkLst>
        </pc:spChg>
        <pc:spChg chg="add mod">
          <ac:chgData name="Elliot עליות Shayle שייל" userId="1f35c6741165d46c" providerId="LiveId" clId="{54BFCA70-1CF8-43BE-88CE-3367E6268BB2}" dt="2025-07-03T20:33:37.310" v="274" actId="1076"/>
          <ac:spMkLst>
            <pc:docMk/>
            <pc:sldMk cId="1223616270" sldId="257"/>
            <ac:spMk id="16" creationId="{A17EDA0C-08D7-F3E9-4CBD-6408809BC72A}"/>
          </ac:spMkLst>
        </pc:spChg>
        <pc:spChg chg="add mod">
          <ac:chgData name="Elliot עליות Shayle שייל" userId="1f35c6741165d46c" providerId="LiveId" clId="{54BFCA70-1CF8-43BE-88CE-3367E6268BB2}" dt="2025-07-03T20:34:02.976" v="296" actId="14100"/>
          <ac:spMkLst>
            <pc:docMk/>
            <pc:sldMk cId="1223616270" sldId="257"/>
            <ac:spMk id="17" creationId="{F218309C-3812-7C4E-AF4F-1537E0642D05}"/>
          </ac:spMkLst>
        </pc:spChg>
        <pc:spChg chg="add mod">
          <ac:chgData name="Elliot עליות Shayle שייל" userId="1f35c6741165d46c" providerId="LiveId" clId="{54BFCA70-1CF8-43BE-88CE-3367E6268BB2}" dt="2025-07-03T20:35:23.474" v="323" actId="1076"/>
          <ac:spMkLst>
            <pc:docMk/>
            <pc:sldMk cId="1223616270" sldId="257"/>
            <ac:spMk id="18" creationId="{C9210C75-96DC-7C6C-6015-232D1A4E1B60}"/>
          </ac:spMkLst>
        </pc:spChg>
        <pc:spChg chg="add mod">
          <ac:chgData name="Elliot עליות Shayle שייל" userId="1f35c6741165d46c" providerId="LiveId" clId="{54BFCA70-1CF8-43BE-88CE-3367E6268BB2}" dt="2025-07-03T21:10:57.578" v="430" actId="20577"/>
          <ac:spMkLst>
            <pc:docMk/>
            <pc:sldMk cId="1223616270" sldId="257"/>
            <ac:spMk id="19" creationId="{9FE3AB6A-07FD-1A9A-5C28-FF6CD1DC25AC}"/>
          </ac:spMkLst>
        </pc:spChg>
        <pc:spChg chg="add mod">
          <ac:chgData name="Elliot עליות Shayle שייל" userId="1f35c6741165d46c" providerId="LiveId" clId="{54BFCA70-1CF8-43BE-88CE-3367E6268BB2}" dt="2025-07-03T21:05:33.620" v="351" actId="1076"/>
          <ac:spMkLst>
            <pc:docMk/>
            <pc:sldMk cId="1223616270" sldId="257"/>
            <ac:spMk id="20" creationId="{311DD6A3-1257-7A42-54AD-FD810FFA92BC}"/>
          </ac:spMkLst>
        </pc:spChg>
        <pc:spChg chg="add mod">
          <ac:chgData name="Elliot עליות Shayle שייל" userId="1f35c6741165d46c" providerId="LiveId" clId="{54BFCA70-1CF8-43BE-88CE-3367E6268BB2}" dt="2025-07-03T21:10:50.677" v="426" actId="1076"/>
          <ac:spMkLst>
            <pc:docMk/>
            <pc:sldMk cId="1223616270" sldId="257"/>
            <ac:spMk id="21" creationId="{84444EFF-6344-6922-66FE-027AB6D58DC0}"/>
          </ac:spMkLst>
        </pc:spChg>
        <pc:spChg chg="add mod">
          <ac:chgData name="Elliot עליות Shayle שייל" userId="1f35c6741165d46c" providerId="LiveId" clId="{54BFCA70-1CF8-43BE-88CE-3367E6268BB2}" dt="2025-07-03T21:28:53.552" v="775" actId="14100"/>
          <ac:spMkLst>
            <pc:docMk/>
            <pc:sldMk cId="1223616270" sldId="257"/>
            <ac:spMk id="22" creationId="{9A77A3A2-3F8F-49DB-F82F-1A253583F0A0}"/>
          </ac:spMkLst>
        </pc:spChg>
        <pc:picChg chg="add mod ord">
          <ac:chgData name="Elliot עליות Shayle שייל" userId="1f35c6741165d46c" providerId="LiveId" clId="{54BFCA70-1CF8-43BE-88CE-3367E6268BB2}" dt="2025-07-03T21:28:43.141" v="773" actId="1076"/>
          <ac:picMkLst>
            <pc:docMk/>
            <pc:sldMk cId="1223616270" sldId="257"/>
            <ac:picMk id="5" creationId="{DB892A9F-9B18-DF44-D186-40705A1F9AAC}"/>
          </ac:picMkLst>
        </pc:picChg>
      </pc:sldChg>
      <pc:sldChg chg="modSp new del mod">
        <pc:chgData name="Elliot עליות Shayle שייל" userId="1f35c6741165d46c" providerId="LiveId" clId="{54BFCA70-1CF8-43BE-88CE-3367E6268BB2}" dt="2025-07-03T21:21:27.913" v="597" actId="2696"/>
        <pc:sldMkLst>
          <pc:docMk/>
          <pc:sldMk cId="525842613" sldId="258"/>
        </pc:sldMkLst>
        <pc:spChg chg="mod">
          <ac:chgData name="Elliot עליות Shayle שייל" userId="1f35c6741165d46c" providerId="LiveId" clId="{54BFCA70-1CF8-43BE-88CE-3367E6268BB2}" dt="2025-07-03T21:13:11.415" v="497" actId="20577"/>
          <ac:spMkLst>
            <pc:docMk/>
            <pc:sldMk cId="525842613" sldId="258"/>
            <ac:spMk id="2" creationId="{26DAEADA-2761-2732-8267-6DA1954A8F61}"/>
          </ac:spMkLst>
        </pc:spChg>
      </pc:sldChg>
      <pc:sldChg chg="addSp modSp new mod">
        <pc:chgData name="Elliot עליות Shayle שייל" userId="1f35c6741165d46c" providerId="LiveId" clId="{54BFCA70-1CF8-43BE-88CE-3367E6268BB2}" dt="2025-07-03T21:26:44.171" v="768" actId="27636"/>
        <pc:sldMkLst>
          <pc:docMk/>
          <pc:sldMk cId="2568475822" sldId="259"/>
        </pc:sldMkLst>
        <pc:spChg chg="mod">
          <ac:chgData name="Elliot עליות Shayle שייל" userId="1f35c6741165d46c" providerId="LiveId" clId="{54BFCA70-1CF8-43BE-88CE-3367E6268BB2}" dt="2025-07-03T21:13:25.664" v="508" actId="20577"/>
          <ac:spMkLst>
            <pc:docMk/>
            <pc:sldMk cId="2568475822" sldId="259"/>
            <ac:spMk id="2" creationId="{3996EE4D-33F5-8BA4-744E-3E19ED191292}"/>
          </ac:spMkLst>
        </pc:spChg>
        <pc:spChg chg="mod">
          <ac:chgData name="Elliot עליות Shayle שייל" userId="1f35c6741165d46c" providerId="LiveId" clId="{54BFCA70-1CF8-43BE-88CE-3367E6268BB2}" dt="2025-07-03T21:25:46.980" v="754" actId="1076"/>
          <ac:spMkLst>
            <pc:docMk/>
            <pc:sldMk cId="2568475822" sldId="259"/>
            <ac:spMk id="3" creationId="{63725198-1791-DFB6-90A7-B444492C45B3}"/>
          </ac:spMkLst>
        </pc:spChg>
        <pc:spChg chg="mod">
          <ac:chgData name="Elliot עליות Shayle שייל" userId="1f35c6741165d46c" providerId="LiveId" clId="{54BFCA70-1CF8-43BE-88CE-3367E6268BB2}" dt="2025-07-03T21:26:44.168" v="767" actId="27636"/>
          <ac:spMkLst>
            <pc:docMk/>
            <pc:sldMk cId="2568475822" sldId="259"/>
            <ac:spMk id="4" creationId="{A86943EA-3343-C326-4CDD-FDC2DB492AC7}"/>
          </ac:spMkLst>
        </pc:spChg>
        <pc:spChg chg="mod">
          <ac:chgData name="Elliot עליות Shayle שייל" userId="1f35c6741165d46c" providerId="LiveId" clId="{54BFCA70-1CF8-43BE-88CE-3367E6268BB2}" dt="2025-07-03T21:25:52.927" v="755" actId="1076"/>
          <ac:spMkLst>
            <pc:docMk/>
            <pc:sldMk cId="2568475822" sldId="259"/>
            <ac:spMk id="5" creationId="{9CD689FF-6CE7-FAAC-4367-AD645FE643A0}"/>
          </ac:spMkLst>
        </pc:spChg>
        <pc:spChg chg="mod">
          <ac:chgData name="Elliot עליות Shayle שייל" userId="1f35c6741165d46c" providerId="LiveId" clId="{54BFCA70-1CF8-43BE-88CE-3367E6268BB2}" dt="2025-07-03T21:26:44.171" v="768" actId="27636"/>
          <ac:spMkLst>
            <pc:docMk/>
            <pc:sldMk cId="2568475822" sldId="259"/>
            <ac:spMk id="6" creationId="{0DF9B36D-F931-275B-B568-83A254B71FEB}"/>
          </ac:spMkLst>
        </pc:spChg>
        <pc:picChg chg="add mod">
          <ac:chgData name="Elliot עליות Shayle שייל" userId="1f35c6741165d46c" providerId="LiveId" clId="{54BFCA70-1CF8-43BE-88CE-3367E6268BB2}" dt="2025-07-03T21:26:05.746" v="757" actId="14100"/>
          <ac:picMkLst>
            <pc:docMk/>
            <pc:sldMk cId="2568475822" sldId="259"/>
            <ac:picMk id="1026" creationId="{0FF9FCE9-6BBC-8E62-3651-A848258017F6}"/>
          </ac:picMkLst>
        </pc:picChg>
      </pc:sldChg>
      <pc:sldChg chg="modSp new mod">
        <pc:chgData name="Elliot עליות Shayle שייל" userId="1f35c6741165d46c" providerId="LiveId" clId="{54BFCA70-1CF8-43BE-88CE-3367E6268BB2}" dt="2025-07-03T21:29:53.014" v="806"/>
        <pc:sldMkLst>
          <pc:docMk/>
          <pc:sldMk cId="4017380252" sldId="260"/>
        </pc:sldMkLst>
        <pc:spChg chg="mod">
          <ac:chgData name="Elliot עליות Shayle שייל" userId="1f35c6741165d46c" providerId="LiveId" clId="{54BFCA70-1CF8-43BE-88CE-3367E6268BB2}" dt="2025-07-03T21:29:53.014" v="806"/>
          <ac:spMkLst>
            <pc:docMk/>
            <pc:sldMk cId="4017380252" sldId="260"/>
            <ac:spMk id="2" creationId="{9D8CE6D9-2BCE-2B59-C4A1-4EBB857C8E29}"/>
          </ac:spMkLst>
        </pc:spChg>
        <pc:spChg chg="mod">
          <ac:chgData name="Elliot עליות Shayle שייל" userId="1f35c6741165d46c" providerId="LiveId" clId="{54BFCA70-1CF8-43BE-88CE-3367E6268BB2}" dt="2025-07-03T21:29:51.073" v="805" actId="21"/>
          <ac:spMkLst>
            <pc:docMk/>
            <pc:sldMk cId="4017380252" sldId="260"/>
            <ac:spMk id="3" creationId="{648B7D34-7F9B-56A9-487B-59FC357F22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91DE-3DA1-A10D-D1D9-060A929DB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826D2-FB94-3872-8984-392023EF7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59DC-ABD2-4F4C-464B-258A38BC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344-BA11-3856-4AEF-479C724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EA3B0-DBD9-ACAC-F847-F930E377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0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B7C0-5F77-FE84-A64D-9F080C39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8016-B410-03B5-F6E0-722F22E3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9F18A-DC3C-0CE9-3D5E-7CD2C741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FF5D2-31EA-681A-CA95-AA653184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4133A-C1A0-1D0A-4910-D9A010E8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1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4649-FDFC-8AE9-8107-857A8C9D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DA40-87B3-528D-ED43-9D9AC443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51481-01A9-B05F-0249-C097CCB5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63FFF-4926-3291-E875-AFFEAC93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7437-21FD-F075-F5C7-A4E1D579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82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4761-E331-039A-ADD7-1FC38592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0A53-C2B2-36F1-03D1-B9BA2373A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97A8-E39F-ED61-4347-A2CE6BD9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B08CA-8551-02BA-884E-1107940B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8AD9C-6060-6D06-F3F8-F2BBDE62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7A461-E80D-0214-439C-5C7E7977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7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C73E-B447-9E8A-6338-E6C39CA7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DA54-5ACB-AA5C-2A4F-06431BDB7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69E8F-D61D-80B4-CF98-871F2AE6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099E3-5904-24BA-2B20-4D3BD459C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14557-1901-020A-B75D-AEF123E0D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23835-10D3-222E-FA42-65EEFD4E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300BA-4814-DF08-695C-A538264A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88ACA-38CC-A2B3-E8E6-98B75265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53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961A-EB72-C94D-6B8A-EBBBD944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5CC7D-42CC-0651-6C6C-EEAA5FD1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CE56-2E59-F99A-4915-8F8EDDCD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9676A-3356-8A73-ECB6-A3BF670E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7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58AE8-C71C-2099-D5CF-C31ECADB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C1E88-ADAD-D67E-AA43-34ED6D46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59AA-9ECA-3DBF-D0D2-73387990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56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07D3-C89A-DC6C-9CF1-86FFA906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01A3-8D4A-EDC7-1746-C13CCBDC8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83A44-45C3-7806-47CD-3F48F62F2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8C1-CE11-D16E-A6E3-72A62C5E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60A0F-9077-8C19-63C3-64EFA31C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12B4A-E90B-BCAD-EFE6-86E93188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45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1CE8-2CD1-A8E7-F4C5-09B19051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471DD-A2B5-C893-98DC-0BB030F78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2405D-096B-0896-0278-609FD65C2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8CD2E-0591-8D7C-4176-00C3C3E4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C2EE-AF30-F998-AD2E-D6DC221D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367-9D98-C775-18B5-ECFD76B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01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63AF-E6EE-6FE0-F697-DC829110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4B0DB-AD1C-7CFA-B4E6-F52E2B72E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0EC3-56FA-8957-36EF-12286FA7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40928-8F59-D442-5E8F-275DD5EC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2BF6-FCB9-91C1-3536-DAF0AF68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43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4D46B-A179-6475-DB46-D8AB89C3C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D7301-0881-8415-55E3-E283E312B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E3B8-AB13-D90A-5649-A631E92C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A2926-1BAB-853F-50E2-BCCA08B6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B2FEE-1BBB-1456-7237-B1B5B0C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5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8523D-7AEE-515C-F73A-63434613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A8A4A-0198-6ABA-55BB-FF2D639B6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C57B-9B61-88D3-DA8D-BD448983A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F1861-429F-4A03-85F3-56ADF92EF316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60536-9289-0DEE-1210-320424E7B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881C-785F-84F9-DD0F-D5103F257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124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CF18-A1C9-78A8-FBDD-2131B4A1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248" y="2476500"/>
            <a:ext cx="10945504" cy="1001617"/>
          </a:xfrm>
        </p:spPr>
        <p:txBody>
          <a:bodyPr>
            <a:normAutofit/>
          </a:bodyPr>
          <a:lstStyle/>
          <a:p>
            <a:r>
              <a:rPr lang="en-GB" dirty="0"/>
              <a:t>~1 year, ~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∞</a:t>
            </a:r>
            <a:r>
              <a:rPr lang="en-GB" dirty="0"/>
              <a:t>* possibilities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061A7-448E-A72B-B906-53E24680F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*±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∞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70260-A8ED-1F17-DDD6-6E195A9CE5A9}"/>
              </a:ext>
            </a:extLst>
          </p:cNvPr>
          <p:cNvSpPr/>
          <p:nvPr/>
        </p:nvSpPr>
        <p:spPr>
          <a:xfrm>
            <a:off x="2667448" y="1429249"/>
            <a:ext cx="685710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Elliot’s 2</a:t>
            </a:r>
            <a:r>
              <a:rPr lang="en-US" sz="5400" b="1" cap="none" spc="0" baseline="30000" dirty="0">
                <a:ln/>
                <a:solidFill>
                  <a:schemeClr val="accent3"/>
                </a:solidFill>
                <a:effectLst/>
              </a:rPr>
              <a:t>nd</a:t>
            </a:r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 project!</a:t>
            </a:r>
          </a:p>
        </p:txBody>
      </p:sp>
    </p:spTree>
    <p:extLst>
      <p:ext uri="{BB962C8B-B14F-4D97-AF65-F5344CB8AC3E}">
        <p14:creationId xmlns:p14="http://schemas.microsoft.com/office/powerpoint/2010/main" val="29157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92A9F-9B18-DF44-D186-40705A1F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20" r="1199" b="4088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222C9-F896-DA13-F50F-AE0059431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8138160" cy="1061981"/>
          </a:xfrm>
        </p:spPr>
        <p:txBody>
          <a:bodyPr anchor="t">
            <a:normAutofit/>
          </a:bodyPr>
          <a:lstStyle/>
          <a:p>
            <a:pPr algn="l"/>
            <a:r>
              <a:rPr lang="en-GB" sz="4400" dirty="0"/>
              <a:t>Overarching goals: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9EED9-CCA9-9F97-2F18-63DEE1B81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8199" y="255831"/>
            <a:ext cx="3538728" cy="960120"/>
          </a:xfrm>
        </p:spPr>
        <p:txBody>
          <a:bodyPr anchor="t">
            <a:normAutofit/>
          </a:bodyPr>
          <a:lstStyle/>
          <a:p>
            <a:pPr algn="r"/>
            <a:r>
              <a:rPr lang="en-GB" sz="2000"/>
              <a:t>Pick some paths on the career skill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3A898-C807-9DF8-EC0F-5C05A052DD79}"/>
              </a:ext>
            </a:extLst>
          </p:cNvPr>
          <p:cNvSpPr txBox="1"/>
          <p:nvPr/>
        </p:nvSpPr>
        <p:spPr>
          <a:xfrm>
            <a:off x="0" y="5228166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Teaching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30F6E-2BD9-8D01-6F81-C69C539E121A}"/>
              </a:ext>
            </a:extLst>
          </p:cNvPr>
          <p:cNvSpPr txBox="1"/>
          <p:nvPr/>
        </p:nvSpPr>
        <p:spPr>
          <a:xfrm rot="1977794">
            <a:off x="127323" y="2881308"/>
            <a:ext cx="1786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Science communication and outreach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6FECF-1B48-C5BE-BE48-62CCFD3AD109}"/>
              </a:ext>
            </a:extLst>
          </p:cNvPr>
          <p:cNvSpPr txBox="1"/>
          <p:nvPr/>
        </p:nvSpPr>
        <p:spPr>
          <a:xfrm>
            <a:off x="1752600" y="1651465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Project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79978-BD41-F956-53C0-650728EB592E}"/>
              </a:ext>
            </a:extLst>
          </p:cNvPr>
          <p:cNvSpPr txBox="1"/>
          <p:nvPr/>
        </p:nvSpPr>
        <p:spPr>
          <a:xfrm>
            <a:off x="6548967" y="0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Grant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822A3-5636-D8FB-D9F8-2C84A32AE424}"/>
              </a:ext>
            </a:extLst>
          </p:cNvPr>
          <p:cNvSpPr txBox="1"/>
          <p:nvPr/>
        </p:nvSpPr>
        <p:spPr>
          <a:xfrm>
            <a:off x="7861301" y="895345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Research synthesis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213A1-BC9C-3441-CB99-F4C8802197A5}"/>
              </a:ext>
            </a:extLst>
          </p:cNvPr>
          <p:cNvSpPr txBox="1"/>
          <p:nvPr/>
        </p:nvSpPr>
        <p:spPr>
          <a:xfrm>
            <a:off x="9067801" y="1724949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Remote sensing expertise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50772-783C-3D11-7EAD-EB1FA0B8E9F2}"/>
              </a:ext>
            </a:extLst>
          </p:cNvPr>
          <p:cNvSpPr txBox="1"/>
          <p:nvPr/>
        </p:nvSpPr>
        <p:spPr>
          <a:xfrm>
            <a:off x="9063568" y="2511976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Evolutionary biology expertise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B3AA1-47AE-941D-56F9-23463DEB2498}"/>
              </a:ext>
            </a:extLst>
          </p:cNvPr>
          <p:cNvSpPr txBox="1"/>
          <p:nvPr/>
        </p:nvSpPr>
        <p:spPr>
          <a:xfrm>
            <a:off x="10126134" y="3188400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Conservation ecology expertise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EDA0C-08D7-F3E9-4CBD-6408809BC72A}"/>
              </a:ext>
            </a:extLst>
          </p:cNvPr>
          <p:cNvSpPr txBox="1"/>
          <p:nvPr/>
        </p:nvSpPr>
        <p:spPr>
          <a:xfrm>
            <a:off x="10411031" y="3864825"/>
            <a:ext cx="176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Policy proposals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8309C-3812-7C4E-AF4F-1537E0642D05}"/>
              </a:ext>
            </a:extLst>
          </p:cNvPr>
          <p:cNvSpPr txBox="1"/>
          <p:nvPr/>
        </p:nvSpPr>
        <p:spPr>
          <a:xfrm>
            <a:off x="10363200" y="4671957"/>
            <a:ext cx="188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Scientific writing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10C75-96DC-7C6C-6015-232D1A4E1B60}"/>
              </a:ext>
            </a:extLst>
          </p:cNvPr>
          <p:cNvSpPr txBox="1"/>
          <p:nvPr/>
        </p:nvSpPr>
        <p:spPr>
          <a:xfrm>
            <a:off x="410175" y="6499269"/>
            <a:ext cx="2224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Being a good person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3AB6A-07FD-1A9A-5C28-FF6CD1DC25AC}"/>
              </a:ext>
            </a:extLst>
          </p:cNvPr>
          <p:cNvSpPr txBox="1"/>
          <p:nvPr/>
        </p:nvSpPr>
        <p:spPr>
          <a:xfrm>
            <a:off x="1788585" y="3158307"/>
            <a:ext cx="212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Data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DD6A3-1257-7A42-54AD-FD810FFA92BC}"/>
              </a:ext>
            </a:extLst>
          </p:cNvPr>
          <p:cNvSpPr txBox="1"/>
          <p:nvPr/>
        </p:nvSpPr>
        <p:spPr>
          <a:xfrm>
            <a:off x="1636185" y="5327511"/>
            <a:ext cx="212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Supervision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44EFF-6344-6922-66FE-027AB6D58DC0}"/>
              </a:ext>
            </a:extLst>
          </p:cNvPr>
          <p:cNvSpPr txBox="1"/>
          <p:nvPr/>
        </p:nvSpPr>
        <p:spPr>
          <a:xfrm>
            <a:off x="3145705" y="889056"/>
            <a:ext cx="206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 management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77A3A2-3F8F-49DB-F82F-1A253583F0A0}"/>
              </a:ext>
            </a:extLst>
          </p:cNvPr>
          <p:cNvSpPr txBox="1"/>
          <p:nvPr/>
        </p:nvSpPr>
        <p:spPr>
          <a:xfrm>
            <a:off x="9660467" y="6257114"/>
            <a:ext cx="25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Working with collection specimens</a:t>
            </a:r>
          </a:p>
        </p:txBody>
      </p:sp>
    </p:spTree>
    <p:extLst>
      <p:ext uri="{BB962C8B-B14F-4D97-AF65-F5344CB8AC3E}">
        <p14:creationId xmlns:p14="http://schemas.microsoft.com/office/powerpoint/2010/main" val="1223616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EE4D-33F5-8BA4-744E-3E19ED19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Gaining XP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25198-1791-DFB6-90A7-B444492C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21330"/>
            <a:ext cx="5157787" cy="823912"/>
          </a:xfrm>
        </p:spPr>
        <p:txBody>
          <a:bodyPr/>
          <a:lstStyle/>
          <a:p>
            <a:r>
              <a:rPr lang="en-GB" dirty="0"/>
              <a:t>Which skills to focus 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943EA-3343-C326-4CDD-FDC2DB492A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Skills which align with my career goals</a:t>
            </a:r>
          </a:p>
          <a:p>
            <a:r>
              <a:rPr lang="en-GB" dirty="0"/>
              <a:t>Skills which align with my strengths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689FF-6CE7-FAAC-4367-AD645FE64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21330"/>
            <a:ext cx="5183188" cy="823912"/>
          </a:xfrm>
        </p:spPr>
        <p:txBody>
          <a:bodyPr/>
          <a:lstStyle/>
          <a:p>
            <a:r>
              <a:rPr lang="en-GB" dirty="0"/>
              <a:t>How to attain them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9B36D-F931-275B-B568-83A254B71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43033" y="6039908"/>
            <a:ext cx="6421967" cy="81809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Development of a framework to track XP and skill progression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F9FCE9-6BBC-8E62-3651-A8482580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8" y="2095500"/>
            <a:ext cx="3923240" cy="386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47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E6D9-2BCE-2B59-C4A1-4EBB857C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Immediate goal: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B7D34-7F9B-56A9-487B-59FC357F2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38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101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Neue Haas Grotesk Text Pro</vt:lpstr>
      <vt:lpstr>Verdana</vt:lpstr>
      <vt:lpstr>Office Theme</vt:lpstr>
      <vt:lpstr>~1 year, ~∞* possibilities</vt:lpstr>
      <vt:lpstr>Overarching goals:</vt:lpstr>
      <vt:lpstr>Gaining XP</vt:lpstr>
      <vt:lpstr>Immediate goal: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Samuel Shayle | אליוט שמואל שייל</dc:creator>
  <cp:lastModifiedBy>Elliot Samuel Shayle | אליוט שמואל שייל</cp:lastModifiedBy>
  <cp:revision>1</cp:revision>
  <dcterms:created xsi:type="dcterms:W3CDTF">2025-07-03T16:19:35Z</dcterms:created>
  <dcterms:modified xsi:type="dcterms:W3CDTF">2025-07-03T21:30:17Z</dcterms:modified>
</cp:coreProperties>
</file>